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1"/>
    <p:restoredTop sz="94656"/>
  </p:normalViewPr>
  <p:slideViewPr>
    <p:cSldViewPr snapToGrid="0">
      <p:cViewPr varScale="1">
        <p:scale>
          <a:sx n="97" d="100"/>
          <a:sy n="97" d="100"/>
        </p:scale>
        <p:origin x="39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0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3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9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6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0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1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3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4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9CDFC-DE88-FC46-9980-4DF0E89A0448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B77A4-6D69-BC4A-BF72-3373BEDB0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6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0E8CD0-29E1-1E69-32F7-7FB63D4011D4}"/>
              </a:ext>
            </a:extLst>
          </p:cNvPr>
          <p:cNvSpPr txBox="1"/>
          <p:nvPr/>
        </p:nvSpPr>
        <p:spPr>
          <a:xfrm>
            <a:off x="930950" y="1539410"/>
            <a:ext cx="8416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F0F6FC"/>
                </a:solidFill>
                <a:latin typeface="Franklin Gothic Medium" panose="020B0603020102020204" pitchFamily="34" charset="0"/>
              </a:rPr>
              <a:t>A simple GUI for automatic and manual alignment across calcium imaging sessions</a:t>
            </a:r>
            <a:endParaRPr lang="en-US" sz="3200" dirty="0">
              <a:latin typeface="Franklin Gothic Medium" panose="020B06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2EEF0-F898-4B54-1C6F-60407BAE4B51}"/>
              </a:ext>
            </a:extLst>
          </p:cNvPr>
          <p:cNvSpPr txBox="1"/>
          <p:nvPr/>
        </p:nvSpPr>
        <p:spPr>
          <a:xfrm>
            <a:off x="877942" y="406479"/>
            <a:ext cx="904387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600" dirty="0">
                <a:solidFill>
                  <a:srgbClr val="F0F6FC"/>
                </a:solidFill>
                <a:latin typeface="Franklin Gothic Medium" panose="020B0603020102020204" pitchFamily="34" charset="0"/>
              </a:rPr>
              <a:t>TIFFAlign</a:t>
            </a:r>
            <a:endParaRPr lang="en-US" sz="6600" dirty="0">
              <a:latin typeface="Franklin Gothic Medium" panose="020B0603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E6FD4-6E04-160F-E16A-81B15DD6E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6066" y="2641563"/>
            <a:ext cx="10067630" cy="1179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53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13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Franklin Gothic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Bozhi Wu</cp:lastModifiedBy>
  <cp:revision>14</cp:revision>
  <dcterms:created xsi:type="dcterms:W3CDTF">2025-09-10T22:11:13Z</dcterms:created>
  <dcterms:modified xsi:type="dcterms:W3CDTF">2025-10-31T21:15:50Z</dcterms:modified>
  <cp:category/>
</cp:coreProperties>
</file>